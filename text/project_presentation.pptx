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Coding Agent 项目总结报告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5 阶段渐进式教学实现  ·  从零构建智能编码助手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1 — 封面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标题：AI Coding Agent — 从零构建智能编码助手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副标题：</a:t>
            </a:r>
            <a:r>
              <a:rPr sz="1600">
                <a:solidFill>
                  <a:srgbClr val="CCCCCC"/>
                </a:solidFill>
              </a:rPr>
              <a:t> 5 阶段渐进式教学实现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演讲人：</a:t>
            </a:r>
            <a:r>
              <a:rPr sz="1600">
                <a:solidFill>
                  <a:srgbClr val="CCCCCC"/>
                </a:solidFill>
              </a:rPr>
              <a:t> [姓名]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日期：</a:t>
            </a:r>
            <a:r>
              <a:rPr sz="1600">
                <a:solidFill>
                  <a:srgbClr val="CCCCCC"/>
                </a:solidFill>
              </a:rPr>
              <a:t> [日期]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"今天我将为大家展示一个从零开始构建 AI Coding Agent 的教学项目。该项目通过 5 个渐进阶段，完整演示了如何利用大语言模型 API 构建一个能自主理解任务、调用工具、执行代码的智能助手。"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2 — 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标题：项目背景与动机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大语言模型（LLM）能力日益强大，但仅靠对话不足以解决实际编程任务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需要一个</a:t>
            </a:r>
            <a:r>
              <a:rPr sz="1500" b="1">
                <a:solidFill>
                  <a:srgbClr val="FFD700"/>
                </a:solidFill>
              </a:rPr>
              <a:t>能理解上下文、调用工具、自主行动</a:t>
            </a:r>
            <a:r>
              <a:rPr sz="1500">
                <a:solidFill>
                  <a:srgbClr val="CCCCCC"/>
                </a:solidFill>
              </a:rPr>
              <a:t>的智能体（Agent）框架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现有的 Agent 实现（如 Claude Code）功能强大但黑盒化，不易学习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目标：</a:t>
            </a:r>
            <a:r>
              <a:rPr sz="1500">
                <a:solidFill>
                  <a:srgbClr val="CCCCCC"/>
                </a:solidFill>
              </a:rPr>
              <a:t> 用最简代码展示 Agent 核心机制，让学习者能看懂、能修改、能扩展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"这个项目的出发点不是做一个生产级别的产品，而是一个教学演示。每个阶段都在前一个阶段基础上增加一个新能力，让学习者理解 Agent 是如何一步步变得智能的。"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3 — 整体架构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标题：项目整体架构一览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008CFF"/>
                </a:solidFill>
              </a:rPr>
              <a:t>文件  │  核心能力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00">
                <a:solidFill>
                  <a:srgbClr val="999999"/>
                </a:solidFill>
              </a:rPr>
              <a:t>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>`s01_agent_loop.py`  │  基础 Agent 循环 —— 调用模型、执行 bash 工具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>`s02_tool_use.py`  │  扩展工具集 —— 读写文件、编辑文件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>`s03_todo_write.py`  │  计划管理 —— 任务拆分、进度追踪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>`s04_subagent.py`  │  子 Agent —— 上下文隔离、任务委派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>`s05_skill_loading.py`  │  技能加载 —— 按需加载专业指令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资源配置：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`.env`：API Key 和模型配置（DeepSeek / Anthropic 兼容接口）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`skills/`：技能定义目录（`ppt-writing`, `repo-survey`）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依赖：`anthropic`, `python-dotenv`, `pyyaml`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"项目有 5 个核心 Python 文件，按序号排列，展示了从最基础的 Agent 循环到高级技能加载的完整演进路径。"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4 — 阶段 1：基础 Agent 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标题：s01 — 基础 Agent 循环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核心代码：`s01_agent_loop.py`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最小的 Agent 实现</a:t>
            </a:r>
            <a:r>
              <a:rPr sz="1500">
                <a:solidFill>
                  <a:srgbClr val="CCCCCC"/>
                </a:solidFill>
              </a:rPr>
              <a:t>  调用 LLM → 解析工具请求 → 执行 → 返回结果 → 继续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仅 1 个工具</a:t>
            </a:r>
            <a:r>
              <a:rPr sz="1500">
                <a:solidFill>
                  <a:srgbClr val="CCCCCC"/>
                </a:solidFill>
              </a:rPr>
              <a:t>  `bash` —— 运行 shell 命令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关键概念：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`stop_reason == "tool_use"` 时继续循环，否则返回最终回复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消息历史（`messages`）自动累积，保持对话上下文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使用场景：</a:t>
            </a:r>
            <a:r>
              <a:rPr sz="1500">
                <a:solidFill>
                  <a:srgbClr val="CCCCCC"/>
                </a:solidFill>
              </a:rPr>
              <a:t> 理解 Agent 最基本的"思考-行动-观察"循环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"这是整个项目的基础，大约只有 80 行代码。它展示了一个 Agent 最核心的 while 循环逻辑：模型决定是否调用工具，如果调用就执行并反馈结果，直到模型认为任务完成。"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5 — 阶段 2：扩展工具集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标题：s02 — 扩展工具集与安全路径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核心代码：`s02_tool_use.py`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新增 3 个工具：</a:t>
            </a:r>
            <a:r>
              <a:rPr sz="1500">
                <a:solidFill>
                  <a:srgbClr val="CCCCCC"/>
                </a:solidFill>
              </a:rPr>
              <a:t> `read_file`、`write_file`、`edit_file`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安全机制：</a:t>
            </a:r>
            <a:r>
              <a:rPr sz="1500">
                <a:solidFill>
                  <a:srgbClr val="CCCCCC"/>
                </a:solidFill>
              </a:rPr>
              <a:t> `safe_path()` 防止路径逃逸攻击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工具调度：</a:t>
            </a:r>
            <a:r>
              <a:rPr sz="1500">
                <a:solidFill>
                  <a:srgbClr val="CCCCCC"/>
                </a:solidFill>
              </a:rPr>
              <a:t> `TOOL_HANDLERS` 字典统一分发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消息处理增强：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`normalize_messages()` —— 清理、去重、合并连续消息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`block_to_dict()` —— 兼容不同 SDK 版本的内容块格式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自动补齐缺失的 `tool_result`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"第二阶段大幅增强了 Agent 的文件操作能力。特别值得注意的是 normalize_messages 函数，它解决了实际使用中常见的消息格式不一致问题，这是生产级 Agent 必须处理的技术细节。"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6 — 阶段 3：计划管理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标题：s03 — 计划管理与任务追踪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核心代码：`s03_todo_write.py`、`s03_todo_write_part.py`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引入 TodoManager 类：</a:t>
            </a:r>
            <a:r>
              <a:rPr sz="1500">
                <a:solidFill>
                  <a:srgbClr val="CCCCCC"/>
                </a:solidFill>
              </a:rPr>
              <a:t> 管理多步骤任务的执行计划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计划项状态：</a:t>
            </a:r>
            <a:r>
              <a:rPr sz="1500">
                <a:solidFill>
                  <a:srgbClr val="CCCCCC"/>
                </a:solidFill>
              </a:rPr>
              <a:t> `[ ]` 待办 / `[&gt;]` 进行中 / `[√]` 已完成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约束规则：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最多 12 个计划项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同时只能有一个 `in_progress` 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连续 3 轮无更新则自动提醒刷新计划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效果：</a:t>
            </a:r>
            <a:r>
              <a:rPr sz="1500">
                <a:solidFill>
                  <a:srgbClr val="CCCCCC"/>
                </a:solidFill>
              </a:rPr>
              <a:t> Agent 能自我规划、追踪进度、保持专注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"这个阶段让 Agent 从'执行指令'进化到'自主规划'。TodoManager 的设计确保了 Agent 不会在复杂任务中迷失方向——每 3 轮对话就会提醒它检查计划是否需要更新。"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7 — 阶段 4：子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标题：s04 — 子 Agent 与任务委派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核心代码：`s04_subagent.py`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子 Agent 机制：</a:t>
            </a:r>
            <a:r>
              <a:rPr sz="1500">
                <a:solidFill>
                  <a:srgbClr val="CCCCCC"/>
                </a:solidFill>
              </a:rPr>
              <a:t> 创建独立上下文执行子任务，返回摘要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上下文隔离：</a:t>
            </a:r>
            <a:r>
              <a:rPr sz="1500">
                <a:solidFill>
                  <a:srgbClr val="CCCCCC"/>
                </a:solidFill>
              </a:rPr>
              <a:t> 子 Agent 拥有全新 `messages=[]`，不影响父 Agent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`task` 工具：</a:t>
            </a:r>
            <a:r>
              <a:rPr sz="1500">
                <a:solidFill>
                  <a:srgbClr val="CCCCCC"/>
                </a:solidFill>
              </a:rPr>
              <a:t> 父 Agent 可以委派子任务并等待结果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安全限制：</a:t>
            </a:r>
            <a:r>
              <a:rPr sz="1500">
                <a:solidFill>
                  <a:srgbClr val="CCCCCC"/>
                </a:solidFill>
              </a:rPr>
              <a:t> 拦截危险命令（`rm -rf /`、`sudo` 等）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与 Claude Code 对比：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本实现：进程内隔离，简单有效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真实 Claude Code：5 种后端、20+ 字段隔离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"子 Agent 是让系统具备并行处理能力的关键。父 Agent 只需要说'帮我调查 X'，子 Agent 就会独立完成并在完成后回报摘要。这相当于给 Agent 配备了'员工'。"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8 — 阶段 5：技能加载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标题：s05 — 技能系统与按需加载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核心代码：`s05_skill_loading.py`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SkillRegistry：</a:t>
            </a:r>
            <a:r>
              <a:rPr sz="1500">
                <a:solidFill>
                  <a:srgbClr val="CCCCCC"/>
                </a:solidFill>
              </a:rPr>
              <a:t> 扫描 `skills/` 目录，自动注册所有技能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Frontmatter 解析：</a:t>
            </a:r>
            <a:r>
              <a:rPr sz="1500">
                <a:solidFill>
                  <a:srgbClr val="CCCCCC"/>
                </a:solidFill>
              </a:rPr>
              <a:t> 每个技能文件（`SKILL.md`）含 YAML 元信息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`load_skill` 工具：</a:t>
            </a:r>
            <a:r>
              <a:rPr sz="1500">
                <a:solidFill>
                  <a:srgbClr val="CCCCCC"/>
                </a:solidFill>
              </a:rPr>
              <a:t> 根据任务需要动态加载技能指令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技能示例：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`ppt-writing`：PPT 写作指导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`repo-survey`：代码库调研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 b="1">
                <a:solidFill>
                  <a:srgbClr val="FFD700"/>
                </a:solidFill>
              </a:rPr>
              <a:t>设计理念：</a:t>
            </a:r>
            <a:r>
              <a:rPr sz="1500">
                <a:solidFill>
                  <a:srgbClr val="CCCCCC"/>
                </a:solidFill>
              </a:rPr>
              <a:t> 把专业知识和行为模式从代码中解耦，变成可插拔的指令集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"技能系统是项目的点睛之笔。它把 Agent 的能力扩展从代码修改变成了编写 Markdown 文件——任何人都可以写一个新技能，不需要改 Python 代码。这是一种插件化架构的极简实现。"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9 — 技术亮点总结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标题：关键技术亮点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008CFF"/>
                </a:solidFill>
              </a:rPr>
              <a:t>特性  │  说明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600">
                <a:solidFill>
                  <a:srgbClr val="999999"/>
                </a:solidFill>
              </a:rPr>
              <a:t>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渐进式教学</a:t>
            </a:r>
            <a:r>
              <a:rPr sz="1300">
                <a:solidFill>
                  <a:srgbClr val="CCCCCC"/>
                </a:solidFill>
              </a:rPr>
              <a:t>  │  5 个文件从简到繁，每个阶段只加一个核心概念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消息规范化</a:t>
            </a:r>
            <a:r>
              <a:rPr sz="1300">
                <a:solidFill>
                  <a:srgbClr val="CCCCCC"/>
                </a:solidFill>
              </a:rPr>
              <a:t>  │  `normalize_messages()` 处理格式兼容、去重、合并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路径安全</a:t>
            </a:r>
            <a:r>
              <a:rPr sz="1300">
                <a:solidFill>
                  <a:srgbClr val="CCCCCC"/>
                </a:solidFill>
              </a:rPr>
              <a:t>  │  `safe_path()` 防止目录穿越攻击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计划管理</a:t>
            </a:r>
            <a:r>
              <a:rPr sz="1300">
                <a:solidFill>
                  <a:srgbClr val="CCCCCC"/>
                </a:solidFill>
              </a:rPr>
              <a:t>  │  状态机驱动的任务追踪与自动提醒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上下文隔离</a:t>
            </a:r>
            <a:r>
              <a:rPr sz="1300">
                <a:solidFill>
                  <a:srgbClr val="CCCCCC"/>
                </a:solidFill>
              </a:rPr>
              <a:t>  │  子 Agent 独立消息历史，互不干扰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插件化技能</a:t>
            </a:r>
            <a:r>
              <a:rPr sz="1300">
                <a:solidFill>
                  <a:srgbClr val="CCCCCC"/>
                </a:solidFill>
              </a:rPr>
              <a:t>  │  基于 Markdown 的技能系统，解耦知识与代码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</a:rPr>
              <a:t/>
            </a:r>
            <a:r>
              <a:rPr sz="1300" b="1">
                <a:solidFill>
                  <a:srgbClr val="FFD700"/>
                </a:solidFill>
              </a:rPr>
              <a:t>安全防护</a:t>
            </a:r>
            <a:r>
              <a:rPr sz="1300">
                <a:solidFill>
                  <a:srgbClr val="CCCCCC"/>
                </a:solidFill>
              </a:rPr>
              <a:t>  │  危险命令过滤、超时控制、路径校验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Slide 10 — 项目总结与展望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36576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标题：总结与未来方向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当前成果：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✅ 完整的 Agent 循环框架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✅ 文件读写编辑能力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✅ 多步骤任务规划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✅ 子任务委派机制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✅ 可插拔技能系统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/>
            </a:r>
            <a:r>
              <a:rPr sz="1600" b="1">
                <a:solidFill>
                  <a:srgbClr val="FFD700"/>
                </a:solidFill>
              </a:rPr>
              <a:t>未来可扩展方向：</a:t>
            </a: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添加更多工具（网络请求、数据库查询、Git 操作）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支持多种 LLM 后端（OpenAI、本地模型）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持久化会话状态与技能记忆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Web UI 界面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008CFF"/>
                </a:solidFill>
              </a:rPr>
              <a:t>▸ </a:t>
            </a:r>
            <a:r>
              <a:rPr sz="1500">
                <a:solidFill>
                  <a:srgbClr val="CCCCCC"/>
                </a:solidFill>
              </a:rPr>
              <a:t>多 Agent 协作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</a:rPr>
              <a:t>"这个项目展示了 AI Coding Agent 的核心骨架——从最简单的循环到高级的技能系统。它不是终点，而是一个起点，任何人都可以在此基础上添加自己的能力和技能。"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333350"/>
                </a:solidFill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问答环节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C853"/>
                </a:solidFill>
              </a:defRPr>
            </a:pPr>
            <a:r>
              <a:t>感谢聆听！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📂  D:\agent\ming_code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📧  [你的邮箱/联系方式]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